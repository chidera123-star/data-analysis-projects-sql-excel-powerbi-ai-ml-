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Highest Salaries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James Wilson</c:v>
                  </c:pt>
                  <c:pt idx="1">
                    <c:v>Barbara Thomas</c:v>
                  </c:pt>
                  <c:pt idx="2">
                    <c:v>Patricia Lee</c:v>
                  </c:pt>
                  <c:pt idx="3">
                    <c:v>John Smith</c:v>
                  </c:pt>
                  <c:pt idx="4">
                    <c:v>Robert Taylor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120000</c:v>
                </c:pt>
                <c:pt idx="1">
                  <c:v>115000</c:v>
                </c:pt>
                <c:pt idx="2">
                  <c:v>90000</c:v>
                </c:pt>
                <c:pt idx="3">
                  <c:v>85000</c:v>
                </c:pt>
                <c:pt idx="4">
                  <c:v>78000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Staff by Department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bubble3D val="0"/>
            <c:spPr>
              <a:solidFill>
                <a:srgbClr val="4FC3F7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Executive</c:v>
                </c:pt>
                <c:pt idx="1">
                  <c:v>Finance</c:v>
                </c:pt>
                <c:pt idx="2">
                  <c:v>HR</c:v>
                </c:pt>
                <c:pt idx="3">
                  <c:v>Operations</c:v>
                </c:pt>
                <c:pt idx="4">
                  <c:v>Technology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 DATABASE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REPORT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 |  MySQL Server 9.7  |  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Jadon's Hub Mentorship Program  •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DDL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Hr_database with 4 fully structured relational tables using CREATE DATABASE and CREATE TABLE statements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3474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06040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Population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40 employee records across all 4 tables using structured INSERT INTO statements with real HR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3474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06040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DQL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224028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and executed 8 business-driven SELECT queries using JOINs, aggregates, GROUP BY, ORDER BY and WHERE clauses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 Tables Created   •   40 Records Inserted   •   8 Analysis Queries Executed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DDL  —  SCHEMA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011680" cy="2606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emp_id  INT  PK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emp_name  VARCHAR(100)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emp_role  VARCHAR(100)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emp_salary  DECIMAL(10,2)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emp_date_of_birth  DATE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41448" y="96012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441448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41448" y="1371600"/>
            <a:ext cx="2011680" cy="26060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  INT  PK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32888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 INT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32888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 VARCHAR(100)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32888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 VARCHAR(100)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32888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 VARCHAR(100)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54296" y="960120"/>
            <a:ext cx="20116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654296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54296" y="1371600"/>
            <a:ext cx="2011680" cy="21031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payroll_id  INT  PK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45736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emp_id  INT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45736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 DECIMAL(10,2)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45736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DECIMAL(10,2)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67144" y="960120"/>
            <a:ext cx="2011680" cy="411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emp_location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67144" y="1371600"/>
            <a:ext cx="2011680" cy="16002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0" name="Text 28"/>
          <p:cNvSpPr/>
          <p:nvPr/>
        </p:nvSpPr>
        <p:spPr>
          <a:xfrm>
            <a:off x="6958584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location_id  INT  PK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58584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 INT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58584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 VARCHAR(100)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use INT PRIMARY KEY for unique identification. Foreign keys link employee_id across tables to maintain referential integrity.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DML  —  DATA POPULATION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2880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82880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82880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TOTAL: 40 Records Inserted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Employee Data: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2801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Johnson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Wilson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Barbara Thomas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DQL  —  ANALYSIS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Roster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 with roles and department mapping via INNER JOIN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Leaderboard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highest-paid employees using ORDER BY DESC + LIMIT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Headcount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count per department using GROUP BY + COUNT()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Compensation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33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+ Bonus calculation for every employee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Demographics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ages using TIMESTAMPDIFF(YEAR, DOB, CURDATE())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Footprint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staff concentration using COUNT(DISTINCT)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 by Role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AVG(salary) per role using GROUP BY + ROUND()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502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Ratio Analysis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233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bonus &gt; 15% of base salary using WHERE filter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  —  DATA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914400"/>
          <a:ext cx="3383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ratio analysis found 5 employees receiving &gt;15% bonus of base salary — led by Directors at 20.8%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Server 9.7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Edition — GPL License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73152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55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8.0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GUI for schema design and query execution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73152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05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(DDL)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7614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DATABASE, CREATE TABLE with primary keys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73152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552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(DML)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511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with 40 structured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73152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(DQL)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JOIN, GROUP BY, ORDER BY, LIMIT, WHERE, aggregate functions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Jadon's Hub Mentorship Program  •  Alex Okoro-Enyi  •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Database Assessment Report</dc:title>
  <dc:subject>PptxGenJS Presentation</dc:subject>
  <dc:creator>PptxGenJS</dc:creator>
  <cp:lastModifiedBy>PptxGenJS</cp:lastModifiedBy>
  <cp:revision>1</cp:revision>
  <dcterms:created xsi:type="dcterms:W3CDTF">2026-05-16T09:23:17Z</dcterms:created>
  <dcterms:modified xsi:type="dcterms:W3CDTF">2026-05-16T09:23:17Z</dcterms:modified>
</cp:coreProperties>
</file>